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56690" y="591820"/>
            <a:ext cx="9144000" cy="1558925"/>
          </a:xfrm>
        </p:spPr>
        <p:txBody>
          <a:bodyPr/>
          <a:lstStyle/>
          <a:p>
            <a:r>
              <a:rPr lang="uk-UA" altLang="en-US" dirty="0"/>
              <a:t>Наука і мистецтво </a:t>
            </a:r>
            <a:endParaRPr lang="uk-UA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9220" y="4943158"/>
            <a:ext cx="9144000" cy="1655762"/>
          </a:xfrm>
        </p:spPr>
        <p:txBody>
          <a:bodyPr/>
          <a:lstStyle/>
          <a:p>
            <a:r>
              <a:rPr lang="uk-UA" altLang="en-US"/>
              <a:t>6 Клас </a:t>
            </a:r>
            <a:endParaRPr lang="uk-UA" altLang="en-US"/>
          </a:p>
          <a:p>
            <a:r>
              <a:rPr lang="uk-UA" altLang="en-US"/>
              <a:t>Кравець Єлізавети </a:t>
            </a:r>
            <a:endParaRPr lang="uk-UA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Вступ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872470" cy="4351655"/>
          </a:xfrm>
        </p:spPr>
        <p:txBody>
          <a:bodyPr/>
          <a:p>
            <a:r>
              <a:rPr lang="en-US" altLang="en-US" sz="3200"/>
              <a:t>Що таке наука?</a:t>
            </a:r>
            <a:endParaRPr lang="en-US" altLang="en-US" sz="3200"/>
          </a:p>
          <a:p>
            <a:endParaRPr lang="en-US" altLang="en-US" sz="3200"/>
          </a:p>
          <a:p>
            <a:r>
              <a:rPr lang="en-US" altLang="en-US" sz="3200"/>
              <a:t>Що таке мистецтво?</a:t>
            </a:r>
            <a:endParaRPr lang="en-US" altLang="en-US" sz="3200"/>
          </a:p>
          <a:p>
            <a:pPr marL="0" indent="0">
              <a:buNone/>
            </a:pPr>
            <a:endParaRPr lang="en-US" altLang="en-US" sz="3200"/>
          </a:p>
          <a:p>
            <a:r>
              <a:rPr lang="en-US" altLang="en-US" sz="3200"/>
              <a:t>Чому важливо знати про зв’язок між наукою і мистецтвом?</a:t>
            </a:r>
            <a:endParaRPr lang="en-US" altLang="en-US" sz="3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Що таке наука?</a:t>
            </a:r>
            <a:endParaRPr lang="ru-RU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4507230" cy="4351655"/>
          </a:xfrm>
        </p:spPr>
        <p:txBody>
          <a:bodyPr/>
          <a:p>
            <a:r>
              <a:rPr lang="en-US" altLang="en-US"/>
              <a:t>Це знання про світ, які отримують через досліди та спостереження.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Приклади наук: біологія, фізика, хімія, математика.</a:t>
            </a: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465" y="3893820"/>
            <a:ext cx="4069080" cy="228409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465" y="875030"/>
            <a:ext cx="4069080" cy="23799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Що таке мистецтво?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442585" cy="4351655"/>
          </a:xfrm>
        </p:spPr>
        <p:txBody>
          <a:bodyPr/>
          <a:p>
            <a:r>
              <a:rPr lang="en-US" altLang="en-US"/>
              <a:t>Це творчість, яка виражає почуття, думки та уяву.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Види мистецтва: живопис, музика, театр, скульптура, література.</a:t>
            </a: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3265" y="3879215"/>
            <a:ext cx="4412615" cy="2667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3265" y="365125"/>
            <a:ext cx="447294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Спільне між наукою і мистецтвом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Обидві сфери потребують уяви та творчого мислення.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Вчені часто створюють красиві моделі, а митці — використовують наукові знання (світло, звук, пропорції).</a:t>
            </a:r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 Приклади поєднання науки і мистецтва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4816475" cy="4823460"/>
          </a:xfrm>
        </p:spPr>
        <p:txBody>
          <a:bodyPr/>
          <a:p>
            <a:r>
              <a:rPr lang="en-US" altLang="en-US"/>
              <a:t>Архітектура: поєднання інженерії та краси.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Кінематограф: спецефекти базуються на фізиці.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Музика: заснована на математичних ритмах і гармоніях.</a:t>
            </a:r>
            <a:endParaRPr lang="en-US" altLang="en-US"/>
          </a:p>
          <a:p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1135" y="1421765"/>
            <a:ext cx="3720465" cy="139128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1135" y="3168650"/>
            <a:ext cx="3720465" cy="126555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1770" y="4618355"/>
            <a:ext cx="3720465" cy="177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 Видатні постаті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7805420" cy="4351655"/>
          </a:xfrm>
        </p:spPr>
        <p:txBody>
          <a:bodyPr/>
          <a:p>
            <a:r>
              <a:rPr lang="en-US" altLang="en-US"/>
              <a:t>Леонардо</a:t>
            </a:r>
            <a:r>
              <a:rPr lang="uk-UA" altLang="en-US"/>
              <a:t> да </a:t>
            </a:r>
            <a:r>
              <a:rPr lang="en-US" altLang="en-US"/>
              <a:t>Вінчі – художник і вчений.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Микола Пимоненко – художник, який зображував природу з науковою точністю.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Марія Склодовська-Кюрі – вчена, надихала багатьох митців.</a:t>
            </a: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8515" y="1363980"/>
            <a:ext cx="3281680" cy="35420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670" y="353060"/>
            <a:ext cx="11151870" cy="1325880"/>
          </a:xfrm>
        </p:spPr>
        <p:txBody>
          <a:bodyPr>
            <a:normAutofit fontScale="90000"/>
          </a:bodyPr>
          <a:p>
            <a:r>
              <a:rPr lang="en-US" altLang="en-US"/>
              <a:t>Як ми можемо поєднати науку і мистецтво в школі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06600"/>
            <a:ext cx="10515600" cy="4351338"/>
          </a:xfrm>
        </p:spPr>
        <p:txBody>
          <a:bodyPr/>
          <a:p>
            <a:r>
              <a:rPr lang="en-US" altLang="en-US"/>
              <a:t>Робити наукові ілюстрації.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r>
              <a:rPr lang="en-US" altLang="en-US"/>
              <a:t>Створювати проєкти, де треба і рахувати, і оформлювати красиво.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r>
              <a:rPr lang="en-US" altLang="en-US"/>
              <a:t>Вивчати науковців, які були творчими людьми.</a:t>
            </a:r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 Висновок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Наука і мистецтво — це дві сторони людського пізнання.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Разом вони допомагають краще розуміти світ.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Кожен може бути і вченим, і митцем!</a:t>
            </a:r>
            <a:endParaRPr lang="en-US" altLang="en-US"/>
          </a:p>
          <a:p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1262</Words>
  <Application>WPS Slides</Application>
  <PresentationFormat>Widescreen</PresentationFormat>
  <Paragraphs>67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Наука і мистецтво </dc:title>
  <dc:creator/>
  <cp:lastModifiedBy>USER</cp:lastModifiedBy>
  <cp:revision>1</cp:revision>
  <dcterms:created xsi:type="dcterms:W3CDTF">2025-05-06T16:44:28Z</dcterms:created>
  <dcterms:modified xsi:type="dcterms:W3CDTF">2025-05-06T16:44:28Z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C84A26AF9DB348AB85BD4B4DDE8E8D7A_11</vt:lpwstr>
  </property>
  <property fmtid="{D5CDD505-2E9C-101B-9397-08002B2CF9AE}" pid="3" name="KSOProductBuildVer">
    <vt:lpwstr>1033-12.2.0.20796</vt:lpwstr>
  </property>
</Properties>
</file>